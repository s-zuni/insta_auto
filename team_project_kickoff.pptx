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5B4FC"/>
                </a:solidFill>
              </a:defRPr>
            </a:pPr>
            <a:r>
              <a:t>AI SERVICE TEAM PROJECT KICK-OFF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AI 크로스 플랫폼 마케팅 자동화 파이프라인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인스타그램 릴스 &amp; 유튜브 숏츠부터 네이버 블로그까지, 하나의 기획으로 동시 확장하기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팀 구성: 총 4명 (릴스/숏츠 그로스 2명 + 네이버 블로그 자동화 2명) | 4주 스프린트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PROJECT BACKGROUND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프로젝트 배경 및 목표: 왜 이 프로젝트인가?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01. 백지에서 시작하지 않는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이미 핵심 파이프라인(LLM 기획 ➔ TTS 음성 ➔ 비주얼 생성 ➔ 영상 합성 ➔ 자동 배포)이 완성되어 있습니다.</a:t>
            </a:r>
            <a:br/>
            <a:br/>
            <a:r>
              <a:t>개발 환경 세팅에 진 빠지지 않고, 실전 기능 개선과 확장에 즉시 몰입할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02. 확실한 AI 포트폴리오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단순한 튜토리얼 실습이 아닌, 실제 운영되는 인스타그램 계정과 네이버 블로그에 매일 콘텐츠가 발행됩니다.</a:t>
            </a:r>
            <a:br/>
            <a:br/>
            <a:r>
              <a:t>'AI 파이프라인 구축 + 실제 사용자 지표(조회수, 저장수, 검색 유입)'를 증명하는 포트폴리오를 완성합니다.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03. 원소스 멀티유즈 (One-Source)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숏폼 영상(릴스/숏츠)과 롱폼 검색형 콘텐츠(네이버 블로그)를 한 번의 기획으로 동시 발행합니다.</a:t>
            </a:r>
            <a:br/>
            <a:br/>
            <a:r>
              <a:t>SNS 알고리즘 유입과 검색 포털 유입을 동시에 잡는 강력한 크로스 마케팅 구조를 구현합니다.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시스템 아키텍처: 하나의 기획으로 두 채널을 장악하는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🎯 CORE PIPELINE (공통 소스)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1. 주제 기획 (topic_planner.py)</a:t>
            </a:r>
            <a:br/>
            <a:r>
              <a:t>   • 타겟 페르소나 및 후킹 키워드 선정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2. 대본 기획 (script_gen.py)</a:t>
            </a:r>
            <a:br/>
            <a:r>
              <a:t>   • Gemini 무료 티어 우선 (JSON 포맷 출력)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3. 비주얼 생성 (visual_gen.py)</a:t>
            </a:r>
            <a:br/>
            <a:r>
              <a:t>   • 고화질 씬별 이미지 생성 (9:16 / 16:9)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4. 음성/싱크 추출 (tts_engine.py)</a:t>
            </a:r>
            <a:br/>
            <a:r>
              <a:t>   • Edge-TTS 및 단어 단위 타이밍 추출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645920"/>
            <a:ext cx="5943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7373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366F1"/>
                </a:solidFill>
              </a:defRPr>
            </a:pPr>
            <a:r>
              <a:t>🎬 채널 1: 인스타그램 릴스 &amp; 유튜브 숏츠 (영상 파이프라인)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FFmpeg 영상 합성 (composer.py): Ken Burns 모션 + ASS 자막 번인</a:t>
            </a:r>
            <a:br/>
            <a:r>
              <a:t>• 인스타/유튜브 자동 업로드 + 성과 인사이트(도달/저장수) 수집</a:t>
            </a:r>
            <a:br/>
            <a:r>
              <a:t>• 빠른 소비 &amp; 바이럴 중심의 폭발적 알고리즘 트래픽 유입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931920"/>
            <a:ext cx="5943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402336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✍️ 채널 2: 네이버 블로그 (신규 확장 파이프라인)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롱폼 글 확장 (blog_gen.py): 대본을 1,500~2,000자 포스팅으로 변환</a:t>
            </a:r>
            <a:br/>
            <a:r>
              <a:t>• 이미지 자동 배치: 릴스 생성 이미지를 본문 중간에 자연스럽게 삽입</a:t>
            </a:r>
            <a:br/>
            <a:r>
              <a:t>• 네이버 스마트블록 SEO: 키워드 검색 유입 &amp; 인스타 프로필 연계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팀 구성 및 역할 분담 (R&amp;R): 총 4명의 시너지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파트 A: 릴스/숏츠 퀄리티 개선 &amp; 채널 육성 (2명)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👤 팀원 1: 기획 &amp; 대본 프롬프트 고도화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</a:defRPr>
            </a:pPr>
            <a:r>
              <a:t>• 3초 후킹 공식 및 스토리텔링 프롬프트 튜닝</a:t>
            </a:r>
            <a:br/>
            <a:r>
              <a:t>• 타겟 페르소나별 주제 기획 템플릿 개선</a:t>
            </a:r>
            <a:br/>
            <a:r>
              <a:t>• 인스타그램 캡션 &amp; 해시태그 생성 최적화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👤 팀원 2: 비주얼 퀄리티 &amp; 영상 연출 튜닝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이미지 생성 프롬프트(실사감/조명/구도) 스타일 개선</a:t>
            </a:r>
            <a:br/>
            <a:r>
              <a:t>• 자막 가독성(폰트, 여백, 애니메이션) 및 BGM 매칭</a:t>
            </a:r>
            <a:br/>
            <a:r>
              <a:t>• 주 4~5회 정기 발행 및 시청 지속 시간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12064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파트 B: 네이버 블로그 자동화 &amp; 크로스 연계 (2명: 본인+팀원3)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👤 본인 (프로젝트 리더): 아키텍처 &amp; 엔진 개발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</a:defRPr>
            </a:pPr>
            <a:r>
              <a:t>• 블로그 자동 생성 모듈 (blog_gen.py) 코어 개발</a:t>
            </a:r>
            <a:br/>
            <a:r>
              <a:t>• 숏폼 대본 ➔ 1,500자 롱폼 구조화 프롬프트 설계</a:t>
            </a:r>
            <a:br/>
            <a:r>
              <a:t>• 이미지 자동 배치 및 전체 파이프라인 통합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👤 팀원 3: 네이버 SEO &amp; 퍼블리셔 구축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네이버 스마트블록/D.I.A.+ 검색 키워드 분석 로직</a:t>
            </a:r>
            <a:br/>
            <a:r>
              <a:t>• 네이버 블로그 등록기 (naver_publisher.py) 구축</a:t>
            </a:r>
            <a:br/>
            <a:r>
              <a:t>• 블로그 본문 내 인스타 릴스 링크 연계 및 유입 추적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GIT COLLABORATION &amp; REPO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협업 환경 및 파일 분장: Git 충돌 방지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</a:defRPr>
            </a:pPr>
            <a:r>
              <a:t>📂 작업 영역 분리를 통한 코드 충돌 제로화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pipeline/topic_planner.py    ➔ 팀원 1 담당 (주제/타겟 기획)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pipeline/script_gen.py       ➔ 팀원 1 담당 (대본 프롬프트 고도화)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pipeline/visual_gen.py       ➔ 팀원 2 담당 (이미지 스타일 프롬프트)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pipeline/composer.py         ➔ 팀원 2 담당 (자막/영상 레이아웃)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pipeline/blog_gen.py         ➔ 본인+팀원 3 [신규 파일] (블로그 본문 생성)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pipeline/naver_publisher.py  ➔ 본인+팀원 3 [신규 파일] (네이버 발행 자동화)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onsolas"/>
              </a:defRPr>
            </a:pPr>
            <a:r>
              <a:t>• main.py                      ➔ 파이프라인 통합 실행 (옵션 플래그 추가)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6366F1"/>
                </a:solidFill>
              </a:defRPr>
            </a:pPr>
            <a:r>
              <a:t>🛡️ 비전공 팀원을 위한 Git 규칙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1. .env 파일 절대 푸시 금지</a:t>
            </a:r>
            <a:br/>
            <a:r>
              <a:t>   (.gitignore에 이미 차단 완료)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2. 기능별 브랜치 작업</a:t>
            </a:r>
            <a:br/>
            <a:r>
              <a:t>   (feature/script, feature/blog 등)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3. 무료 모드로 로컬 테스트</a:t>
            </a:r>
            <a:br/>
            <a:r>
              <a:t>   --mock-images 플래그로 API 비용 없이 합성 검증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4. 주 1회 메인 브랜치 병합</a:t>
            </a:r>
            <a:br/>
            <a:r>
              <a:t>   PR(Pull Request) 리뷰 후 합치기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4-WEEK SPRINT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4주 스프린트 로드맵: 실행 중심의 검증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1주차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온보딩 &amp;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전원 로컬 환경 세팅 (Python, venv, ffmpeg)</a:t>
            </a:r>
            <a:br/>
            <a:r>
              <a:t>• mock 모드로 첫 영상 1편 생성 성공 경험</a:t>
            </a:r>
            <a:br/>
            <a:r>
              <a:t>• 팀원별 API 키 발급 및 계정 개설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5603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2주차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프롬프트 튜닝 &amp; 신규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릴스 팀: 후킹 대본 &amp; 실사 이미지 프롬프트 개선</a:t>
            </a:r>
            <a:br/>
            <a:r>
              <a:t>• 블로그 팀: blog_gen.py 롱폼 글 생성 모듈 완성</a:t>
            </a:r>
            <a:br/>
            <a:r>
              <a:t>• 고화질 샘플 콘텐츠 2~3편 도출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3주차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통합 &amp; 실전 발행 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main.py --blog 플래그 통합</a:t>
            </a:r>
            <a:br/>
            <a:r>
              <a:t>• 인스타그램 &amp; 네이버 블로그에 주 4회 정기 발행</a:t>
            </a:r>
            <a:br/>
            <a:r>
              <a:t>• 파이프라인 에러 모니터링 및 자동화 안정화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5603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4주차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지표 분석 &amp; 포트폴리오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• 인스타 도달/저장수 &amp; 블로그 검색 유입 집계</a:t>
            </a:r>
            <a:br/>
            <a:r>
              <a:t>• A/B 테스트 결과 분석 및 회고</a:t>
            </a:r>
            <a:br/>
            <a:r>
              <a:t>• AI 교육 과정 최종 발표 PPT 및 포트폴리오 완성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QUICKSTART ONBOARDING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팀원 온보딩 퀵스타트: 5분 안에 첫 영상 뽑기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⚡ 로컬 터미널 1회성 세팅 &amp; 첫 실행 명령어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1. 저장소 클론 및 가상환경 생성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git clone &lt;우리-팀-저장소-URL&gt;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cd insta_auto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python -m venv .venv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.\.venv\Scripts\Activate.ps1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2. 패키지 설치 &amp; 환경변수 설정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cp .env.example .env   # .env 파일에 본인 GEMINI_API_KEY 입력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3. 비용 0원 목업 모드로 첫 릴스 영상 생성 확인!</a:t>
            </a:r>
          </a:p>
          <a:p>
            <a:pPr>
              <a:spcAft>
                <a:spcPts val="2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python main.py --topic "AI 개발 교육생의 하루" --mock-script --mock-images</a:t>
            </a:r>
          </a:p>
          <a:p>
            <a:pPr>
              <a:spcAft>
                <a:spcPts val="20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t>➔ assets/output/final_reel.mp4 생성 확인 완료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